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S3 Loader PPTX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Extracted from a real PowerPoint presentation.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