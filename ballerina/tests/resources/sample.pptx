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S3 Loader PPTX Fixture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is slide one of the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 Slide Heading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Extracted from a real PowerPoint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